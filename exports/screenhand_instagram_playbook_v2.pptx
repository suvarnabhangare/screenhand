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ScreenHand Instagram Playbook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worked, what failed, and the exact fixes (March 5,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Scope We Automated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Feed discovery + interaction loop</a:t>
            </a:r>
          </a:p>
          <a:p>
            <a:pPr>
              <a:defRPr sz="2000"/>
            </a:pPr>
            <a:r>
              <a:t>Like, comment, share actions on harvested posts</a:t>
            </a:r>
          </a:p>
          <a:p>
            <a:pPr>
              <a:defRPr sz="2000"/>
            </a:pPr>
            <a:r>
              <a:t>DM outreach from post owners</a:t>
            </a:r>
          </a:p>
          <a:p>
            <a:pPr>
              <a:defRPr sz="2000"/>
            </a:pPr>
            <a:r>
              <a:t>Profile-message flow with fallback and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Hard Problems We Hit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Chrome CDP connectivity broke (EPERM on :9222)</a:t>
            </a:r>
          </a:p>
          <a:p>
            <a:pPr>
              <a:defRPr sz="2000"/>
            </a:pPr>
            <a:r>
              <a:t>Owner extraction missed usernames on many post layouts</a:t>
            </a:r>
          </a:p>
          <a:p>
            <a:pPr>
              <a:defRPr sz="2000"/>
            </a:pPr>
            <a:r>
              <a:t>Wrong Message button was clicked (sidebar vs profile header)</a:t>
            </a:r>
          </a:p>
          <a:p>
            <a:pPr>
              <a:defRPr sz="2000"/>
            </a:pPr>
            <a:r>
              <a:t>Composer was missing until chat panel was expanded</a:t>
            </a:r>
          </a:p>
          <a:p>
            <a:pPr>
              <a:defRPr sz="2000"/>
            </a:pPr>
            <a:r>
              <a:t>Direct/new recipient lookup was inconsistent in some states</a:t>
            </a:r>
          </a:p>
          <a:p>
            <a:pPr>
              <a:defRPr sz="2000"/>
            </a:pPr>
            <a:r>
              <a:t>Some accounts had DM blocked by account privacy/settings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Fixes That Actually Worked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Relaunch Chrome with --remote-debugging-port=9222</a:t>
            </a:r>
          </a:p>
          <a:p>
            <a:pPr>
              <a:defRPr sz="2000"/>
            </a:pPr>
            <a:r>
              <a:t>Use multi-source owner extraction (header + meta + ld+json)</a:t>
            </a:r>
          </a:p>
          <a:p>
            <a:pPr>
              <a:defRPr sz="2000"/>
            </a:pPr>
            <a:r>
              <a:t>Target profile header Message button only</a:t>
            </a:r>
          </a:p>
          <a:p>
            <a:pPr>
              <a:defRPr sz="2000"/>
            </a:pPr>
            <a:r>
              <a:t>After Message click, wait + retry + click Expand before typing</a:t>
            </a:r>
          </a:p>
          <a:p>
            <a:pPr>
              <a:defRPr sz="2000"/>
            </a:pPr>
            <a:r>
              <a:t>Support contenteditable composer, not only textarea</a:t>
            </a:r>
          </a:p>
          <a:p>
            <a:pPr>
              <a:defRPr sz="2000"/>
            </a:pPr>
            <a:r>
              <a:t>Treat non-messageable profiles as policy limitation, not selector bug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Selector/Flow Learnings (v2)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 not rely on class names; use aria-label, role, text, href</a:t>
            </a:r>
          </a:p>
          <a:p>
            <a:pPr>
              <a:defRPr sz="2000"/>
            </a:pPr>
            <a:r>
              <a:t>Buttons may be div[role="button"], not native &lt;button&gt;</a:t>
            </a:r>
          </a:p>
          <a:p>
            <a:pPr>
              <a:defRPr sz="2000"/>
            </a:pPr>
            <a:r>
              <a:t>Contenteditable fields ignore .value=; must focus and type</a:t>
            </a:r>
          </a:p>
          <a:p>
            <a:pPr>
              <a:defRPr sz="2000"/>
            </a:pPr>
            <a:r>
              <a:t>Always verify post-action state in DOM after action</a:t>
            </a:r>
          </a:p>
          <a:p>
            <a:pPr>
              <a:defRPr sz="2000"/>
            </a:pPr>
            <a:r>
              <a:t>Timing controls are mandatory on dynamic Instagram dialogs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Latest Verified Growth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Posts processed: 5</a:t>
            </a:r>
          </a:p>
          <a:p>
            <a:pPr>
              <a:defRPr sz="2000"/>
            </a:pPr>
            <a:r>
              <a:t>Likes: 4</a:t>
            </a:r>
          </a:p>
          <a:p>
            <a:pPr>
              <a:defRPr sz="2000"/>
            </a:pPr>
            <a:r>
              <a:t>Comments sent: 3</a:t>
            </a:r>
          </a:p>
          <a:p>
            <a:pPr>
              <a:defRPr sz="2000"/>
            </a:pPr>
            <a:r>
              <a:t>Shares: 5</a:t>
            </a:r>
          </a:p>
          <a:p>
            <a:pPr>
              <a:defRPr sz="2000"/>
            </a:pPr>
            <a:r>
              <a:t>DM sent successfully: 3</a:t>
            </a:r>
          </a:p>
          <a:p>
            <a:pPr lvl="1">
              <a:defRPr sz="1600"/>
            </a:pPr>
            <a:r>
              <a:t>Targets messaged: @samsungmobile, @alimasadia_, @plant.sloot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Operational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Ensure Chrome CDP is alive before run</a:t>
            </a:r>
          </a:p>
          <a:p>
            <a:pPr>
              <a:defRPr sz="2000"/>
            </a:pPr>
            <a:r>
              <a:t>2. Harvest posts -&gt; dedupe owners -&gt; skip own handle</a:t>
            </a:r>
          </a:p>
          <a:p>
            <a:pPr>
              <a:defRPr sz="2000"/>
            </a:pPr>
            <a:r>
              <a:t>3. Engage with rate limits (like/comment/share caps)</a:t>
            </a:r>
          </a:p>
          <a:p>
            <a:pPr>
              <a:defRPr sz="2000"/>
            </a:pPr>
            <a:r>
              <a:t>4. DM only after profile-message + expand composer path</a:t>
            </a:r>
          </a:p>
          <a:p>
            <a:pPr>
              <a:defRPr sz="2000"/>
            </a:pPr>
            <a:r>
              <a:t>5. Log every failure reason and retry class selectively</a:t>
            </a:r>
          </a:p>
          <a:p>
            <a:pPr>
              <a:defRPr sz="2000"/>
            </a:pPr>
            <a:r>
              <a:t>6. End with strict report: actions + per-target DM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7) Next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Rank outreach targets by relevance (AI/automation niche)</a:t>
            </a:r>
          </a:p>
          <a:p>
            <a:pPr>
              <a:defRPr sz="2000"/>
            </a:pPr>
            <a:r>
              <a:t>Personalize DM copy from profile bio keywords</a:t>
            </a:r>
          </a:p>
          <a:p>
            <a:pPr>
              <a:defRPr sz="2000"/>
            </a:pPr>
            <a:r>
              <a:t>Add anti-duplication memory (avoid re-message same handles)</a:t>
            </a:r>
          </a:p>
          <a:p>
            <a:pPr>
              <a:defRPr sz="2000"/>
            </a:pPr>
            <a:r>
              <a:t>Add daily pacing rules for safer account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