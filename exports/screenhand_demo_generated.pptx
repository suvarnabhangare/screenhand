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ScreenHand PPT Demo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 by Codex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Automated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Opened PowerPoint workflow</a:t>
            </a:r>
          </a:p>
          <a:p>
            <a:r>
              <a:t>Generated a presentation file</a:t>
            </a:r>
          </a:p>
          <a:p>
            <a:r>
              <a:t>Prepared it for app editing/export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 topic and target slide count</a:t>
            </a:r>
          </a:p>
          <a:p>
            <a:r>
              <a:t>I can make a full branded deck</a:t>
            </a:r>
          </a:p>
          <a:p>
            <a:r>
              <a:t>Then open directly in PowerPoint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